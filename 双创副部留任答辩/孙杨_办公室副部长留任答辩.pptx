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6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09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4.jpeg"/><Relationship Id="rId14" Type="http://schemas.openxmlformats.org/officeDocument/2006/relationships/image" Target="../media/image3.jpeg"/><Relationship Id="rId13" Type="http://schemas.openxmlformats.org/officeDocument/2006/relationships/image" Target="../media/image2.jpe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4663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-731520"/>
            <a:ext cx="4572000" cy="4572000"/>
          </a:xfrm>
          <a:prstGeom prst="ellipse">
            <a:avLst/>
          </a:prstGeom>
          <a:noFill/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3200400"/>
            <a:ext cx="2743200" cy="2743200"/>
          </a:xfrm>
          <a:prstGeom prst="ellipse">
            <a:avLst/>
          </a:prstGeom>
          <a:noFill/>
          <a:ln w="63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CC"/>
                </a:solidFill>
                <a:latin typeface="微软雅黑" panose="020B0503020204020204" charset="-122"/>
              </a:defRPr>
            </a:pPr>
            <a:r>
              <a:t>大学生创新创业俱乐部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换届竞选答辩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246120"/>
            <a:ext cx="32004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竞选人：孙  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竞选职位：办公室副部长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信息科学与技术学院 · 信息安全 2025-02 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2286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2633472"/>
            <a:ext cx="36576" cy="9144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个人介绍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971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基本信息、性格特点与获奖经历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11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3685032"/>
            <a:ext cx="36576" cy="9144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3611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我与双创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023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在双创的成长故事与工作记录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63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4736592"/>
            <a:ext cx="36576" cy="9144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工作能力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5074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经验积累、核心竞争力与留任原因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1499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5788151"/>
            <a:ext cx="36576" cy="9144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571499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未来规划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61264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工作展望与社团发展计划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个人介绍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PERSONAL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4114800" cy="45720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自拍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03120"/>
            <a:ext cx="3566160" cy="47530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姓  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孙  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331720"/>
            <a:ext cx="5486400" cy="1371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2743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学  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信息科学与技术学院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3246120"/>
            <a:ext cx="5486400" cy="1371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3657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专  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信息安全 2025-02 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4160520"/>
            <a:ext cx="5486400" cy="1371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4572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现任职务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大学生创新创业俱乐部 办公室干事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5074920"/>
            <a:ext cx="5486400" cy="1371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54864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竞选职务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办公室副部长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5989320"/>
            <a:ext cx="5486400" cy="1371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其他职务：班级学习委员 | 学风领航中心学业指导部成员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4225" y="274320"/>
            <a:ext cx="55441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性格特点 &amp; </a:t>
            </a:r>
            <a:r>
              <a:rPr lang="zh-CN"/>
              <a:t>团队</a:t>
            </a:r>
            <a:r>
              <a:t>经历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02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PERSONALITY &amp; AWARDS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7320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258445" y="2834640"/>
            <a:ext cx="1858645" cy="1650365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2765" y="2971800"/>
            <a:ext cx="1583690" cy="855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  认真负责</a:t>
            </a: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532765" y="3520440"/>
            <a:ext cx="1583690" cy="684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高效执行每项任务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011045" y="2834005"/>
            <a:ext cx="1858645" cy="1650365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5365" y="2971165"/>
            <a:ext cx="1583690" cy="855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🤝  善于沟通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2285365" y="3519805"/>
            <a:ext cx="1583690" cy="684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跨部门协调对接</a:t>
            </a:r>
          </a:p>
        </p:txBody>
      </p:sp>
      <p:sp>
        <p:nvSpPr>
          <p:cNvPr id="11" name="Rectangle 10"/>
          <p:cNvSpPr/>
          <p:nvPr>
            <p:custDataLst>
              <p:tags r:id="rId5"/>
            </p:custDataLst>
          </p:nvPr>
        </p:nvSpPr>
        <p:spPr>
          <a:xfrm>
            <a:off x="3641725" y="2865120"/>
            <a:ext cx="1858645" cy="1650365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6045" y="3002280"/>
            <a:ext cx="1583690" cy="855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🔥  积极开朗</a:t>
            </a: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3916045" y="3550920"/>
            <a:ext cx="1583690" cy="684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主动融入团队氛围</a:t>
            </a:r>
          </a:p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rPr lang="zh-CN"/>
              <a:t>积极参与</a:t>
            </a:r>
            <a:r>
              <a:rPr lang="zh-CN"/>
              <a:t>团建</a:t>
            </a:r>
            <a:endParaRPr lang="zh-CN"/>
          </a:p>
        </p:txBody>
      </p:sp>
      <p:sp>
        <p:nvSpPr>
          <p:cNvPr id="14" name="Rectangle 13"/>
          <p:cNvSpPr/>
          <p:nvPr>
            <p:custDataLst>
              <p:tags r:id="rId7"/>
            </p:custDataLst>
          </p:nvPr>
        </p:nvSpPr>
        <p:spPr>
          <a:xfrm>
            <a:off x="258445" y="4480560"/>
            <a:ext cx="1889760" cy="148336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765" y="4617720"/>
            <a:ext cx="1617345" cy="821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💡  敢于尝试</a:t>
            </a: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532765" y="5166360"/>
            <a:ext cx="1617345" cy="523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拥抱挑战与变化</a:t>
            </a:r>
            <a:endParaRPr lang="zh-CN"/>
          </a:p>
        </p:txBody>
      </p:sp>
      <p:sp>
        <p:nvSpPr>
          <p:cNvPr id="17" name="Rectangle 16"/>
          <p:cNvSpPr/>
          <p:nvPr>
            <p:custDataLst>
              <p:tags r:id="rId9"/>
            </p:custDataLst>
          </p:nvPr>
        </p:nvSpPr>
        <p:spPr>
          <a:xfrm>
            <a:off x="2011045" y="4479925"/>
            <a:ext cx="1850390" cy="1544955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5365" y="4617085"/>
            <a:ext cx="1583690" cy="855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📋  统筹协调</a:t>
            </a: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2285365" y="5165725"/>
            <a:ext cx="1583690" cy="684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多任务并行管理</a:t>
            </a:r>
          </a:p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rPr lang="zh-CN"/>
              <a:t>担任二大</a:t>
            </a:r>
            <a:r>
              <a:rPr lang="zh-CN"/>
              <a:t>导演</a:t>
            </a:r>
            <a:endParaRPr lang="zh-CN"/>
          </a:p>
        </p:txBody>
      </p:sp>
      <p:sp>
        <p:nvSpPr>
          <p:cNvPr id="20" name="Rectangle 19"/>
          <p:cNvSpPr/>
          <p:nvPr>
            <p:custDataLst>
              <p:tags r:id="rId11"/>
            </p:custDataLst>
          </p:nvPr>
        </p:nvSpPr>
        <p:spPr>
          <a:xfrm>
            <a:off x="3641725" y="4511040"/>
            <a:ext cx="1850390" cy="1544955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6045" y="4648200"/>
            <a:ext cx="1583690" cy="855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🎨  团队协作</a:t>
            </a:r>
          </a:p>
        </p:txBody>
      </p:sp>
      <p:sp>
        <p:nvSpPr>
          <p:cNvPr id="22" name="TextBox 21"/>
          <p:cNvSpPr txBox="1"/>
          <p:nvPr>
            <p:custDataLst>
              <p:tags r:id="rId12"/>
            </p:custDataLst>
          </p:nvPr>
        </p:nvSpPr>
        <p:spPr>
          <a:xfrm>
            <a:off x="3916045" y="5196840"/>
            <a:ext cx="1583690" cy="684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凝聚团队向心力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897880"/>
            <a:ext cx="96012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endParaRPr lang="zh-CN"/>
          </a:p>
        </p:txBody>
      </p:sp>
      <p:pic>
        <p:nvPicPr>
          <p:cNvPr id="27" name="图片 26" descr="导演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4610" y="3931920"/>
            <a:ext cx="5528310" cy="2614930"/>
          </a:xfrm>
          <a:prstGeom prst="rect">
            <a:avLst/>
          </a:prstGeom>
        </p:spPr>
      </p:pic>
      <p:pic>
        <p:nvPicPr>
          <p:cNvPr id="28" name="图片 27" descr="微信图片_20260521205953_130295_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2395" y="524510"/>
            <a:ext cx="2057400" cy="3194050"/>
          </a:xfrm>
          <a:prstGeom prst="rect">
            <a:avLst/>
          </a:prstGeom>
        </p:spPr>
      </p:pic>
      <p:pic>
        <p:nvPicPr>
          <p:cNvPr id="29" name="图片 28" descr="做饭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04375" y="1153795"/>
            <a:ext cx="1923415" cy="2564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我与双创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MY JOURNEY WITH THE CLUB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>
            <p:custDataLst>
              <p:tags r:id="rId1"/>
            </p:custDataLst>
          </p:nvPr>
        </p:nvSpPr>
        <p:spPr>
          <a:xfrm>
            <a:off x="1737360" y="2052320"/>
            <a:ext cx="150495" cy="2413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1801495" y="1942465"/>
            <a:ext cx="111760" cy="1265555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3"/>
            </p:custDataLst>
          </p:nvPr>
        </p:nvSpPr>
        <p:spPr>
          <a:xfrm>
            <a:off x="2194560" y="1600200"/>
            <a:ext cx="8362950" cy="13335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2468880" y="1924685"/>
            <a:ext cx="250952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初入双创</a:t>
            </a: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2468880" y="2308860"/>
            <a:ext cx="777875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怀揣对创新创业的热情加入双创大家庭，成为办公室干事</a:t>
            </a:r>
          </a:p>
        </p:txBody>
      </p:sp>
      <p:sp>
        <p:nvSpPr>
          <p:cNvPr id="10" name="Oval 9"/>
          <p:cNvSpPr/>
          <p:nvPr>
            <p:custDataLst>
              <p:tags r:id="rId6"/>
            </p:custDataLst>
          </p:nvPr>
        </p:nvSpPr>
        <p:spPr>
          <a:xfrm>
            <a:off x="1737360" y="3195320"/>
            <a:ext cx="150495" cy="2413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7"/>
            </p:custDataLst>
          </p:nvPr>
        </p:nvSpPr>
        <p:spPr>
          <a:xfrm>
            <a:off x="1801495" y="3085465"/>
            <a:ext cx="111760" cy="1265555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8"/>
            </p:custDataLst>
          </p:nvPr>
        </p:nvSpPr>
        <p:spPr>
          <a:xfrm>
            <a:off x="2194560" y="2743200"/>
            <a:ext cx="8362950" cy="13335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2468880" y="3067685"/>
            <a:ext cx="250952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融入成长</a:t>
            </a:r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2468880" y="3451860"/>
            <a:ext cx="777875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参与奶茶会、全体大会，结识志同道合的伙伴，迅速融入团队</a:t>
            </a:r>
          </a:p>
        </p:txBody>
      </p:sp>
      <p:sp>
        <p:nvSpPr>
          <p:cNvPr id="15" name="Oval 14"/>
          <p:cNvSpPr/>
          <p:nvPr>
            <p:custDataLst>
              <p:tags r:id="rId11"/>
            </p:custDataLst>
          </p:nvPr>
        </p:nvSpPr>
        <p:spPr>
          <a:xfrm>
            <a:off x="1737360" y="4338320"/>
            <a:ext cx="150495" cy="2413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12"/>
            </p:custDataLst>
          </p:nvPr>
        </p:nvSpPr>
        <p:spPr>
          <a:xfrm>
            <a:off x="1801495" y="4228465"/>
            <a:ext cx="111760" cy="1265555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3"/>
            </p:custDataLst>
          </p:nvPr>
        </p:nvSpPr>
        <p:spPr>
          <a:xfrm>
            <a:off x="2194560" y="3886200"/>
            <a:ext cx="8362950" cy="13335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2468880" y="4210685"/>
            <a:ext cx="250952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担当历练</a:t>
            </a: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2468880" y="4627880"/>
            <a:ext cx="7778750" cy="4260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rPr lang="zh-CN"/>
              <a:t>从事值班</a:t>
            </a:r>
            <a:r>
              <a:t>，</a:t>
            </a:r>
            <a:r>
              <a:rPr lang="zh-CN"/>
              <a:t>担任</a:t>
            </a:r>
            <a:r>
              <a:rPr lang="zh-CN"/>
              <a:t>二大导演，</a:t>
            </a:r>
            <a:r>
              <a:t>逐步成长为可靠执行者</a:t>
            </a:r>
          </a:p>
        </p:txBody>
      </p:sp>
      <p:sp>
        <p:nvSpPr>
          <p:cNvPr id="20" name="Oval 19"/>
          <p:cNvSpPr/>
          <p:nvPr>
            <p:custDataLst>
              <p:tags r:id="rId16"/>
            </p:custDataLst>
          </p:nvPr>
        </p:nvSpPr>
        <p:spPr>
          <a:xfrm>
            <a:off x="1737360" y="5481320"/>
            <a:ext cx="150495" cy="2413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7"/>
            </p:custDataLst>
          </p:nvPr>
        </p:nvSpPr>
        <p:spPr>
          <a:xfrm>
            <a:off x="2194560" y="5029200"/>
            <a:ext cx="8362950" cy="13335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8"/>
            </p:custDataLst>
          </p:nvPr>
        </p:nvSpPr>
        <p:spPr>
          <a:xfrm>
            <a:off x="2468880" y="5353685"/>
            <a:ext cx="250952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收获认可</a:t>
            </a:r>
          </a:p>
        </p:txBody>
      </p:sp>
      <p:sp>
        <p:nvSpPr>
          <p:cNvPr id="23" name="TextBox 22"/>
          <p:cNvSpPr txBox="1"/>
          <p:nvPr>
            <p:custDataLst>
              <p:tags r:id="rId19"/>
            </p:custDataLst>
          </p:nvPr>
        </p:nvSpPr>
        <p:spPr>
          <a:xfrm>
            <a:off x="2468880" y="5737860"/>
            <a:ext cx="777875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获评「优秀干事」，见证个人与集体共同成长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留任原因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WHY I STAY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91840" cy="43891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3291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🏠  温暖归属，感知温度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2608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双创是温暖的大家庭，欢乐的大集体。在这里结交了许多志同道合的朋友，感受到学长学姐贴心周全的照顾，每次活动都轻松愉快，这份归属感让我渴望留下。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291840" cy="43891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828800"/>
            <a:ext cx="3291840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📈  榜样引领，持续学习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2608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双创每位成员都相当优秀，从大家身上能学到很多。学长学姐的经验分享与耐心解惑，为我的成长提供了巨大的帮助。我希望像他们一样，成为后来者的引路人。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291840" cy="43891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291840" cy="54864"/>
          </a:xfrm>
          <a:prstGeom prst="rect">
            <a:avLst/>
          </a:prstGeom>
          <a:solidFill>
            <a:srgbClr val="E8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💪  责任传承，践行担当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92608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从一名被照顾的干事，到有能力照顾他人。我希望能将双创的温度与精神传承下去，为下一届干事创造同样温暖的成长环境，这是责任，也是使命。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7405" y="334645"/>
            <a:ext cx="545274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工作能力 &amp; 竞选优势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CAPABILITIES &amp; 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3291840" cy="475488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3291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学生工作经验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担任班级学习委员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学风领航中心学业指导部成员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双创办公室干事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634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获「优秀干事」称号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丰富的组织协调经验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37360"/>
            <a:ext cx="3291840" cy="475488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737360"/>
            <a:ext cx="3291840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B2FBE"/>
                </a:solidFill>
                <a:latin typeface="微软雅黑" panose="020B0503020204020204" charset="-122"/>
              </a:defRPr>
            </a:pPr>
            <a:r>
              <a:t>专业能力素养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743200"/>
            <a:ext cx="256032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扎实学习</a:t>
            </a:r>
            <a:r>
              <a:rPr lang="zh-CN"/>
              <a:t>，上学期绩点</a:t>
            </a:r>
            <a:r>
              <a:rPr lang="en-US" altLang="zh-CN"/>
              <a:t>3.77</a:t>
            </a:r>
            <a:endParaRPr lang="en-US" altLang="zh-CN"/>
          </a:p>
        </p:txBody>
      </p:sp>
      <p:sp>
        <p:nvSpPr>
          <p:cNvPr id="17" name="TextBox 16"/>
          <p:cNvSpPr txBox="1"/>
          <p:nvPr/>
        </p:nvSpPr>
        <p:spPr>
          <a:xfrm>
            <a:off x="502920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积极参与学科竞赛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广泛涉猎文体活动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663439"/>
            <a:ext cx="256032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综合素质并进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持续学习，不断突破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737360"/>
            <a:ext cx="3291840" cy="475488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737360"/>
            <a:ext cx="3291840" cy="54864"/>
          </a:xfrm>
          <a:prstGeom prst="rect">
            <a:avLst/>
          </a:prstGeom>
          <a:solidFill>
            <a:srgbClr val="E8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3E8C"/>
                </a:solidFill>
                <a:latin typeface="微软雅黑" panose="020B0503020204020204" charset="-122"/>
              </a:defRPr>
            </a:pPr>
            <a:r>
              <a:t>核心软实力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高效执行力与责任心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优秀的跨部门沟通能力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多任务统筹协调能力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6634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团队凝聚与激励能力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▸ 积极主动的工作态度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工作展望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FUTURE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3291840" cy="45720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3291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优化工作流程，减负增效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致力于减少机械性重复工作，优化办公室日常事务处理流程。让干事们将精力投入到更有价值的活动策划与创新实践中，提升部门整体效能。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737360"/>
            <a:ext cx="3291840" cy="45720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737360"/>
            <a:ext cx="3291840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7B2FBE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强化部门协作，精准对接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3832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明确各个环节中办公室与活动部、宣传部等其他部门的对接节点，建立标准化协作流程，确保大型双创活动在物资、场地、人员调配上零失误、高效率。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37360"/>
            <a:ext cx="3291840" cy="45720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291840" cy="54864"/>
          </a:xfrm>
          <a:prstGeom prst="rect">
            <a:avLst/>
          </a:prstGeom>
          <a:solidFill>
            <a:srgbClr val="E8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9202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83E8C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完善培养机制，凝聚团队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832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完善「老带新」机制，设计趣味性团建活动与例会形式，增强部门凝聚力。主动关心部员状态，打造有温度、有战斗力的团队文化。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noFill/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657600"/>
            <a:ext cx="3657600" cy="3657600"/>
          </a:xfrm>
          <a:prstGeom prst="ellipse">
            <a:avLst/>
          </a:prstGeom>
          <a:noFill/>
          <a:ln w="63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感谢各位的聆听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926080"/>
            <a:ext cx="32004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2918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THANKS FOR LISTENING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答辩人：孙  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754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AA0"/>
                </a:solidFill>
                <a:latin typeface="微软雅黑" panose="020B0503020204020204" charset="-122"/>
              </a:defRPr>
            </a:pPr>
            <a:r>
              <a:t>大学生创新创业俱乐部 · 办公室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05,&quot;left&quot;:20.35,&quot;top&quot;:136.8,&quot;width&quot;:886.85}"/>
</p:tagLst>
</file>

<file path=ppt/tags/tag2.xml><?xml version="1.0" encoding="utf-8"?>
<p:tagLst xmlns:p="http://schemas.openxmlformats.org/presentationml/2006/main">
  <p:tag name="KSO_WM_DIAGRAM_VIRTUALLY_FRAME" val="{&quot;height&quot;:340.05,&quot;left&quot;:20.35,&quot;top&quot;:136.8,&quot;width&quot;:886.85}"/>
</p:tagLst>
</file>

<file path=ppt/tags/tag3.xml><?xml version="1.0" encoding="utf-8"?>
<p:tagLst xmlns:p="http://schemas.openxmlformats.org/presentationml/2006/main">
  <p:tag name="KSO_WM_DIAGRAM_VIRTUALLY_FRAME" val="{&quot;height&quot;:340.05,&quot;left&quot;:20.35,&quot;top&quot;:136.8,&quot;width&quot;:886.85}"/>
</p:tagLst>
</file>

<file path=ppt/tags/tag4.xml><?xml version="1.0" encoding="utf-8"?>
<p:tagLst xmlns:p="http://schemas.openxmlformats.org/presentationml/2006/main">
  <p:tag name="KSO_WM_DIAGRAM_VIRTUALLY_FRAME" val="{&quot;height&quot;:340.05,&quot;left&quot;:20.35,&quot;top&quot;:136.8,&quot;width&quot;:886.85}"/>
</p:tagLst>
</file>

<file path=ppt/tags/tag5.xml><?xml version="1.0" encoding="utf-8"?>
<p:tagLst xmlns:p="http://schemas.openxmlformats.org/presentationml/2006/main">
  <p:tag name="KSO_WM_DIAGRAM_VIRTUALLY_FRAME" val="{&quot;height&quot;:340.05,&quot;left&quot;:20.35,&quot;top&quot;:136.8,&quot;width&quot;:886.85}"/>
</p:tagLst>
</file>

<file path=ppt/tags/tag6.xml><?xml version="1.0" encoding="utf-8"?>
<p:tagLst xmlns:p="http://schemas.openxmlformats.org/presentationml/2006/main">
  <p:tag name="KSO_WM_DIAGRAM_VIRTUALLY_FRAME" val="{&quot;height&quot;:340.05,&quot;left&quot;:20.35,&quot;top&quot;:136.8,&quot;width&quot;:886.85}"/>
</p:tagLst>
</file>

<file path=ppt/tags/tag7.xml><?xml version="1.0" encoding="utf-8"?>
<p:tagLst xmlns:p="http://schemas.openxmlformats.org/presentationml/2006/main">
  <p:tag name="KSO_WM_DIAGRAM_VIRTUALLY_FRAME" val="{&quot;height&quot;:340.05,&quot;left&quot;:20.35,&quot;top&quot;:136.8,&quot;width&quot;:886.85}"/>
</p:tagLst>
</file>

<file path=ppt/tags/tag8.xml><?xml version="1.0" encoding="utf-8"?>
<p:tagLst xmlns:p="http://schemas.openxmlformats.org/presentationml/2006/main">
  <p:tag name="KSO_WM_DIAGRAM_VIRTUALLY_FRAME" val="{&quot;height&quot;:340.05,&quot;left&quot;:20.35,&quot;top&quot;:136.8,&quot;width&quot;:886.85}"/>
</p:tagLst>
</file>

<file path=ppt/tags/tag9.xml><?xml version="1.0" encoding="utf-8"?>
<p:tagLst xmlns:p="http://schemas.openxmlformats.org/presentationml/2006/main">
  <p:tag name="KSO_WM_DIAGRAM_VIRTUALLY_FRAME" val="{&quot;height&quot;:340.05,&quot;left&quot;:20.35,&quot;top&quot;:136.8,&quot;width&quot;:886.85}"/>
</p:tagLst>
</file>

<file path=ppt/tags/tag10.xml><?xml version="1.0" encoding="utf-8"?>
<p:tagLst xmlns:p="http://schemas.openxmlformats.org/presentationml/2006/main">
  <p:tag name="KSO_WM_DIAGRAM_VIRTUALLY_FRAME" val="{&quot;height&quot;:340.05,&quot;left&quot;:20.35,&quot;top&quot;:136.8,&quot;width&quot;:886.85}"/>
</p:tagLst>
</file>

<file path=ppt/tags/tag11.xml><?xml version="1.0" encoding="utf-8"?>
<p:tagLst xmlns:p="http://schemas.openxmlformats.org/presentationml/2006/main">
  <p:tag name="KSO_WM_DIAGRAM_VIRTUALLY_FRAME" val="{&quot;height&quot;:340.05,&quot;left&quot;:20.35,&quot;top&quot;:136.8,&quot;width&quot;:886.85}"/>
</p:tagLst>
</file>

<file path=ppt/tags/tag12.xml><?xml version="1.0" encoding="utf-8"?>
<p:tagLst xmlns:p="http://schemas.openxmlformats.org/presentationml/2006/main">
  <p:tag name="KSO_WM_DIAGRAM_VIRTUALLY_FRAME" val="{&quot;height&quot;:340.05,&quot;left&quot;:20.35,&quot;top&quot;:136.8,&quot;width&quot;:886.85}"/>
</p:tagLst>
</file>

<file path=ppt/tags/tag13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14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15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16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17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18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19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20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21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22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23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24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25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26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27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28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29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30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ags/tag31.xml><?xml version="1.0" encoding="utf-8"?>
<p:tagLst xmlns:p="http://schemas.openxmlformats.org/presentationml/2006/main">
  <p:tag name="KSO_WM_DIAGRAM_VIRTUALLY_FRAME" val="{&quot;height&quot;:375,&quot;left&quot;:115.2,&quot;top&quot;:111,&quot;width&quot;:75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1315</Words>
  <Application>WPS 演示</Application>
  <PresentationFormat>On-screen Show (4:3)</PresentationFormat>
  <Paragraphs>200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WPS_1669341937</cp:lastModifiedBy>
  <cp:revision>2</cp:revision>
  <dcterms:created xsi:type="dcterms:W3CDTF">2013-01-27T09:14:00Z</dcterms:created>
  <dcterms:modified xsi:type="dcterms:W3CDTF">2026-05-21T13:16:49Z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222B517E139D44C2AC742B951564F36F_12</vt:lpwstr>
  </property>
</Properties>
</file>